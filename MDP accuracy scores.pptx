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0" d="100"/>
          <a:sy n="70" d="100"/>
        </p:scale>
        <p:origin x="891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D2917-CB9C-9395-B1C6-24157FCF3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120874-613C-E4F3-F02F-1E22AEC24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AF202-7E8E-B46E-7EAA-BF95FC0E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01CCF-9475-27EB-0DEF-3A42876FA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D9B49-7889-7D6B-0A3E-D4337CB7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6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E3655-E11E-A22F-BD84-B4B185713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9CC2C-5D06-F988-5F42-025D3FF65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72C51-E3B3-F611-65FD-8A16A7C4A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01D41-FFF9-1170-9753-E350D441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3F68B-78FA-7AE9-77A7-68D64768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521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0B928-00A2-C63A-CD63-2B2A75EC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87BF8-7094-CC86-1E09-43DE8EB4E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11DB-9DEF-2534-1714-87E69E9FF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F071C-639F-44DB-6E03-30872EEC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68FC5-476B-92CF-4923-41B486E0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756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7625-1A5C-E056-899B-9934781E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17C06-E6A3-C49E-112A-943ECD80C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D4E4D-B6FD-52FB-D50A-E05F968D6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A49E8-CF07-04D7-0016-F5DE73580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BD84A-A0C6-F12E-CDD8-BCF327534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F68B9-2EE9-033D-B6FC-BADE0FAF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74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AF8B-A20D-A760-5AC8-5081DBDF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ED633-0153-1AFA-01EF-17D1FC264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9A37C-05AB-6C41-8805-643F06733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03A0D-DF8B-EB16-3415-89D850F38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76320-9478-4C46-7170-2D9719B90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A2F256-76D5-FF7C-0607-A8CC68D6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6C47E-23F6-6AC8-B96B-C41B7C86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8BE2D-1228-C669-19E9-D822255E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729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F79FF-5270-816C-B14F-16BDBE496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7F00F1-B47A-51F0-1D73-B11BCE68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97FC3-112A-47F3-0BB5-5CE45DF3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C49AC-21A9-ED17-7B89-8D6E34D5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98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322A93-1E90-D1FD-E5EF-127559EE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B9106-68E7-66AC-75B0-17B4BC9B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74DD9-9DF0-7D1C-C0F1-E1C5A96A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418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5FC2-77AF-A60A-0BF3-CF1440E7F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C1B8C-67F2-681A-1204-FD789CA76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3EE4F-71E4-C09C-8DFE-74C2EE97A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990AA-1F72-FC9E-865B-3AEEF7331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FC331-D1D7-4EEE-03BF-1FD602DC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65DC3-8737-BCE3-1828-FB10E185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20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6CFDF-DBB0-3C15-CE41-0779BE99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0CC38F-019B-E92D-044C-8BB6B0A2DC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713F4-AB2D-E077-1FF5-6AF841468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738B2-5ECD-816F-3240-FEA9192FF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D8D89-3565-0EC4-3EE4-ECF06A73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876C0-C94F-3E8A-58C9-CB97DED1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23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0B14F-7122-6C34-413A-79BE5694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16094-F57E-73CF-BAE5-B461DB4F4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4B4C9-2884-FC26-3CB2-A35FF259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CE62F-4D77-A057-FAB5-34A02289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1FAF0-08D6-D598-CC5D-C2AD2D39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93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A2F6A-17B2-D8AD-A630-7BFE11101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FAA26-5E42-315B-B921-01EB25179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BC4E5-2625-D408-A280-B6CF4F77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8A72C-A5D4-0EA2-AE4E-8F068774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200F-443E-1679-EE2D-F66DBE8C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49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B5AE3-4B0E-7FDC-9077-C518FC9F9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52D53-64D0-38D0-7544-9E61D2D08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9252B-B650-CE97-885F-D8986F4FA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C93EB-274C-417D-9A6E-0F7343761FF4}" type="datetimeFigureOut">
              <a:rPr lang="en-IN" smtClean="0"/>
              <a:t>03-07-2024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AADF6-6A08-BB71-9224-D0BCB80B3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B45DF-7A64-C32A-9179-70BB2A4B7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B2898-E3F0-456A-AF15-2F72BC5070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0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7AAC-F113-1AB6-FAEC-A8CC2A0AD5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39BFA-5FE5-4DC5-7277-446E1FEEF9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80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EAAD-B298-D5AD-6A4E-037527848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DIABETES PREDICTION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B4B51D-8823-549C-A096-3879FA0C3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3522896"/>
              </p:ext>
            </p:extLst>
          </p:nvPr>
        </p:nvGraphicFramePr>
        <p:xfrm>
          <a:off x="838200" y="1825625"/>
          <a:ext cx="8127999" cy="2731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4208866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1647406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81694594"/>
                    </a:ext>
                  </a:extLst>
                </a:gridCol>
              </a:tblGrid>
              <a:tr h="536451">
                <a:tc>
                  <a:txBody>
                    <a:bodyPr/>
                    <a:lstStyle/>
                    <a:p>
                      <a:r>
                        <a:rPr lang="en-US" dirty="0"/>
                        <a:t>NAME OF THE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251756"/>
                  </a:ext>
                </a:extLst>
              </a:tr>
              <a:tr h="329220">
                <a:tc rowSpan="2"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0.7833876221498371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176566"/>
                  </a:ext>
                </a:extLst>
              </a:tr>
              <a:tr h="2719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0.7597402597402597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315317"/>
                  </a:ext>
                </a:extLst>
              </a:tr>
              <a:tr h="271951">
                <a:tc rowSpan="2">
                  <a:txBody>
                    <a:bodyPr/>
                    <a:lstStyle/>
                    <a:p>
                      <a:r>
                        <a:rPr lang="en-US" dirty="0"/>
                        <a:t>SVM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0.7866449511400652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426221"/>
                  </a:ext>
                </a:extLst>
              </a:tr>
              <a:tr h="2719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0.7727272727272727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150805"/>
                  </a:ext>
                </a:extLst>
              </a:tr>
              <a:tr h="271951">
                <a:tc rowSpan="2">
                  <a:txBody>
                    <a:bodyPr/>
                    <a:lstStyle/>
                    <a:p>
                      <a:r>
                        <a:rPr lang="en-US" dirty="0"/>
                        <a:t>NAÏVE BAYES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0.755700325732899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20049"/>
                  </a:ext>
                </a:extLst>
              </a:tr>
              <a:tr h="2719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0.7727272727272727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766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89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43F5A-CB63-61C5-4789-597DB641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HEART DISEASE PREDICTION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3E9B9B-FFF3-F61F-2282-5745A0E7CF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6340322"/>
              </p:ext>
            </p:extLst>
          </p:nvPr>
        </p:nvGraphicFramePr>
        <p:xfrm>
          <a:off x="838200" y="1825625"/>
          <a:ext cx="10515597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57688752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049996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54323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 OF THE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689089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0.8458149779735683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747334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0.8421052631578947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717628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NAÏVE BAYES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0.8458149779735683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10098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0.8421052631578947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48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306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2383-293A-18F6-5915-3A15D1F7E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BREAST CANCER PREDICTION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B6F201-D37F-E52A-4106-2847A99895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2156538"/>
              </p:ext>
            </p:extLst>
          </p:nvPr>
        </p:nvGraphicFramePr>
        <p:xfrm>
          <a:off x="838200" y="1825625"/>
          <a:ext cx="10515597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7370950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750746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33860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 OF THE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428517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0.7244732576985413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286777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0.7681159420289855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092010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NAÏVE BAYES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0.6920583468395461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580616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0.6811594202898551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128085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DECISION TREE CLASSIFIER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118649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0.6521739130434783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450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RANDOM FOREST CLASSIFIER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381428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0.7971014492753623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404814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SVM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0.713128038897893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40348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0.7536231884057971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313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614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577B-B2F9-1073-0654-8D6BD4D15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PARKINSONS DISEASE PREDICTION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098D3E-C4FE-B6D3-B5FC-D60CF7C44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2384391"/>
              </p:ext>
            </p:extLst>
          </p:nvPr>
        </p:nvGraphicFramePr>
        <p:xfrm>
          <a:off x="838200" y="1825625"/>
          <a:ext cx="10515597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59145546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4405952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42468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 OF THE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772523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0.8767123287671232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54724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0.8571428571428571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046296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SVM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0.8904109589041096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343164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0.8979591836734694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404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600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6C6FC-77EF-50FE-24C2-2ADA03413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LUNG CANCER PREDICTION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A3451D-F1F4-0646-0F2C-9F64268417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697097"/>
              </p:ext>
            </p:extLst>
          </p:nvPr>
        </p:nvGraphicFramePr>
        <p:xfrm>
          <a:off x="838200" y="1825625"/>
          <a:ext cx="10515597" cy="329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0285171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8514898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72918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 OF THE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670197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0.935251798561151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409699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0.9354838709677419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599930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NAÏVE BAYES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0.9064748201438849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332822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0.9354838709677419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553223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r>
                        <a:rPr lang="en-US" dirty="0"/>
                        <a:t>XGBOOST CLASSIFIER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0.9928057553956835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01354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0.9032258064516129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006259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en-US" dirty="0"/>
                        <a:t>DECISION TREE CLASSIFIER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TRAINING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0.9964028776978417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398351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TESTING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0.9354838709677419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25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326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</Words>
  <Application>Microsoft Office PowerPoint</Application>
  <PresentationFormat>Widescreen</PresentationFormat>
  <Paragraphs>100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DIABETES PREDICTION</vt:lpstr>
      <vt:lpstr>HEART DISEASE PREDICTION</vt:lpstr>
      <vt:lpstr>BREAST CANCER PREDICTION</vt:lpstr>
      <vt:lpstr>PARKINSONS DISEASE PREDICTION</vt:lpstr>
      <vt:lpstr>LUNG CANCER 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shuvamgupta4444@outlook.com</dc:creator>
  <cp:lastModifiedBy>shuvamgupta4444@outlook.com</cp:lastModifiedBy>
  <cp:revision>2</cp:revision>
  <dcterms:created xsi:type="dcterms:W3CDTF">2024-07-03T15:31:26Z</dcterms:created>
  <dcterms:modified xsi:type="dcterms:W3CDTF">2024-07-03T15:32:42Z</dcterms:modified>
</cp:coreProperties>
</file>